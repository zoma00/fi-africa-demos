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3"/>
    <p:sldId id="257" r:id="rId9"/>
    <p:sldId id="268" r:id="rId20"/>
    <p:sldId id="258" r:id="rId10"/>
    <p:sldId id="263" r:id="rId15"/>
    <p:sldId id="270" r:id="rId22"/>
    <p:sldId id="265" r:id="rId17"/>
    <p:sldId id="256" r:id="rId7"/>
    <p:sldId id="259" r:id="rId11"/>
    <p:sldId id="260" r:id="rId12"/>
    <p:sldId id="261" r:id="rId13"/>
    <p:sldId id="262" r:id="rId14"/>
    <p:sldId id="264" r:id="rId16"/>
    <p:sldId id="266" r:id="rId18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8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5.xml"/><Relationship Id="rId16" Type="http://schemas.openxmlformats.org/officeDocument/2006/relationships/slide" Target="slides/slide13.xml"/><Relationship Id="rId17" Type="http://schemas.openxmlformats.org/officeDocument/2006/relationships/slide" Target="slides/slide7.xml"/><Relationship Id="rId18" Type="http://schemas.openxmlformats.org/officeDocument/2006/relationships/slide" Target="slides/slide14.xml"/><Relationship Id="rId20" Type="http://schemas.openxmlformats.org/officeDocument/2006/relationships/slide" Target="slides/slide3.xml"/><Relationship Id="rId21" Type="http://schemas.openxmlformats.org/officeDocument/2006/relationships/slide" Target="slides/slide15.xml"/><Relationship Id="rId22" Type="http://schemas.openxmlformats.org/officeDocument/2006/relationships/slide" Target="slides/slide6.xml"/><Relationship Id="rId23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live/static demo if possible. Use this slide only to frame what the customer is seeing.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SKU simply: one sellable product variant. The tool helps compare product images around SKU/barcode/catalog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tech simple. If they are technical, mention CLIP and PostgreSQL/pgvector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apologize for the static demo. Position it as the reliable event preview; explain the production version uses backend AI/vector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mobile is great for capture/search, but commercial companies also need dashboard/admin/integration.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answers: is it just mobile? No. Real product is Android + dashboard + API + vector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Prioritize ProPak booths for Product Similarity. Use Fi Africa for food/product data and Calories Zone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your live demo checklist. Do not over-explain unless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goal is not to close immediately. Your goal is to find the pain owner and schedule a real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small pilot. It is concrete, low-risk, and easier than selling a full product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show this if they ask about the technical architecture or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Barcode and ERP identify exact product records. My app adds the visual layer: it finds products that look similar even when barcodes, names, or descriptions are different. That helps catalog, SKU, packaging, and QA teams review duplicates and variants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this as a future integration option, not something the current static demo fully does. Strong angle for retailers, distributors, and food brands with ecommerce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a live conversation checklist. Pick 2-3 questions, do not read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sz="2800"/>
              <a:t>Catalog QA Product Similarity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/>
              <a:t>A customer-friendly sales preview for packaging similarity, duplicate review, variants, old packaging, and SKU/barcode image QA.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3337560" cy="1874519"/>
          </a:xfrm>
          <a:prstGeom prst="rect">
            <a:avLst/>
          </a:prstGeom>
          <a:solidFill>
            <a:srgbClr val="E8F3F1"/>
          </a:solidFill>
          <a:ln w="12700">
            <a:solidFill>
              <a:srgbClr val="B9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45336"/>
            <a:ext cx="3008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sz="1500"/>
              <a:t>Guided catalog QA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300837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sz="1200"/>
              <a:t>Answers customer demo questions</a:t>
            </a:r>
          </a:p>
          <a:p>
            <a:pPr>
              <a:defRPr sz="1200"/>
            </a:pPr>
            <a:r>
              <a:rPr sz="1200"/>
              <a:t>Explains workflow, scores, and thresholds</a:t>
            </a:r>
          </a:p>
          <a:p>
            <a:pPr>
              <a:defRPr sz="1200"/>
            </a:pPr>
            <a:r>
              <a:rPr sz="1200"/>
              <a:t>Covers duplicates, variants, old packaging, and SKU/barcode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417320"/>
            <a:ext cx="3337560" cy="1874519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545336"/>
            <a:ext cx="3008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sz="1500"/>
              <a:t>Sample catalog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1984248"/>
            <a:ext cx="300837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sz="1200"/>
              <a:t>Use customer sample images</a:t>
            </a:r>
          </a:p>
          <a:p>
            <a:pPr>
              <a:defRPr sz="1200"/>
            </a:pPr>
            <a:r>
              <a:rPr sz="1200"/>
              <a:t>Include names, SKUs, categories, and barcodes</a:t>
            </a:r>
          </a:p>
          <a:p>
            <a:pPr>
              <a:defRPr sz="1200"/>
            </a:pPr>
            <a:r>
              <a:rPr sz="1200"/>
              <a:t>Refresh the offline preview for follow-up discussions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417320"/>
            <a:ext cx="33375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545336"/>
            <a:ext cx="3008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sz="1500"/>
              <a:t>B2B catalog review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984248"/>
            <a:ext cx="300837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sz="1200"/>
              <a:t>Not only shopper visual search</a:t>
            </a:r>
          </a:p>
          <a:p>
            <a:pPr>
              <a:defRPr sz="1200"/>
            </a:pPr>
            <a:r>
              <a:rPr sz="1200"/>
              <a:t>Built for catalog, QA, packaging, and SKU teams</a:t>
            </a:r>
          </a:p>
          <a:p>
            <a:pPr>
              <a:defRPr sz="1200"/>
            </a:pPr>
            <a:r>
              <a:rPr sz="1200"/>
              <a:t>Clear path from sales preview to real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Customer-facing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245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“This guided preview helps your team review similar products, understand why items are matched, and discuss whether each case is a duplicate, variant, old package, wrong image, or SKU/barcode catalog issue.”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28232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rPr sz="900"/>
              <a:t>Product Similarity Demo | Catalog QA and Packaging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4282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rPr sz="900"/>
              <a:t>Customer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Companies manage many product images, SKUs, barcodes, sizes, flavors, and packaging versions.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Similar packages can create duplicate catalog records or QA confusion.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Manual visual checking becomes slow when the catalog grows.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Barcode data alone does not solve visual packaging comparison.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417320"/>
            <a:ext cx="48006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39128" y="1581912"/>
            <a:ext cx="43982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Simple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9128" y="1993392"/>
            <a:ext cx="43982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Two products may have different barcodes but very similar packaging.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The team needs to know: duplicate, variant, old packaging, or catalog mistake?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566160"/>
            <a:ext cx="4800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39128" y="3730752"/>
            <a:ext cx="43982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Who feels this pain?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4142232"/>
            <a:ext cx="4398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Catalog teams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SKU/data teams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QA teams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Packaging teams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Retail/distribution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326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What Makes Product Similarity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</a:defRPr>
            </a:pPr>
            <a:r>
              <a:t>Answer when someone says: we already have barcode, ERP, or normal product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Visual search beyond barcode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37943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Barcode tells you identity.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This system compares how products actually look: packaging, label, shape, and visual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63039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166534"/>
                </a:solidFill>
              </a:defRPr>
            </a:pPr>
            <a:r>
              <a:t>AI embeddings, not filename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37943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Uses CLIP/OpenCLIP image embeddings.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Compares image meaning/features instead of simple text or manual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463039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Vector database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837943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Stores image embeddings in PostgreSQL + pgvector.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Designed for fast top-match search as the catalog grows.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290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166534"/>
                </a:solidFill>
              </a:defRPr>
            </a:pPr>
            <a:r>
              <a:t>Search before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4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Find similar products already in the database.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Useful for review and discovery without adding new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290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66160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Duplicate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941064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When uploading a new product, the system can warn about visually similar existing products.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Helps avoid duplicate catalog entries.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4290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566160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166534"/>
                </a:solidFill>
              </a:defRPr>
            </a:pPr>
            <a:r>
              <a:t>Business workflow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941064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Built for catalog, SKU, packaging, QA, and ERP/product-data teams.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Can become Android capture app + web dashboard + API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5102352"/>
            <a:ext cx="96926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248656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Short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605272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8212F"/>
                </a:solidFill>
              </a:defRPr>
            </a:pPr>
            <a:r>
              <a:t>The unique value is not “recognizing one product.” It is helping teams review visually similar products, duplicates, variants, and packaging mistakes across a catalog.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Upload, select, or capture a product image.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The system converts the image into an AI embedding.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It searches the product catalog using vector similarity.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It returns the closest matching products with scores.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The team reviews duplicates, variants, or possible mistakes faster.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5074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1968" y="1399032"/>
            <a:ext cx="467258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1968" y="1810512"/>
            <a:ext cx="467258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Product image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AI image understanding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Vector search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Top similar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3913631"/>
            <a:ext cx="467258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4325112"/>
            <a:ext cx="46725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Less manual checking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Cleaner catalog data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Faster packaging comparison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Better QA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897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1. Choose or show a reference product.</a:t>
            </a:r>
          </a:p>
          <a:p>
            <a:pPr>
              <a:defRPr sz="1600"/>
            </a:pPr>
            <a:r>
              <a:rPr sz="1600"/>
              <a:t>2. Click Find Similar Products or adjust the threshold.</a:t>
            </a:r>
          </a:p>
          <a:p>
            <a:pPr>
              <a:defRPr sz="1600"/>
            </a:pPr>
            <a:r>
              <a:rPr sz="1600"/>
              <a:t>3. Review the top 3 matches and confidence labels.</a:t>
            </a:r>
          </a:p>
          <a:p>
            <a:pPr>
              <a:defRPr sz="1600"/>
            </a:pPr>
            <a:r>
              <a:rPr sz="1600"/>
              <a:t>4. Use the guided assistant to answer customer questions during the demo.</a:t>
            </a:r>
          </a:p>
          <a:p>
            <a:pPr>
              <a:defRPr sz="1600"/>
            </a:pPr>
            <a:r>
              <a:rPr sz="1600"/>
              <a:t>5. Explain score: higher means visually closer.</a:t>
            </a:r>
          </a:p>
          <a:p>
            <a:pPr>
              <a:defRPr sz="1600"/>
            </a:pPr>
            <a:r>
              <a:rPr sz="1600"/>
              <a:t>6. Connect to value: duplicate, variant, old packaging, wrong image, or packaging review.</a:t>
            </a:r>
          </a:p>
          <a:p>
            <a:pPr>
              <a:defRPr sz="1600"/>
            </a:pPr>
            <a:r>
              <a:rPr sz="1600"/>
              <a:t>7. For follow-up demos, refresh the sample catalog with the customer’s product images.</a:t>
            </a:r>
          </a:p>
        </p:txBody>
      </p:sp>
      <p:pic>
        <p:nvPicPr>
          <p:cNvPr id="4" name="Picture 3" descr="Products_Recogi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143000"/>
            <a:ext cx="4343400" cy="965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Inquiry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 these questions to understand fit, workflow, and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72184"/>
            <a:ext cx="5038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sz="1800" b="1"/>
              <a:t>Customer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503834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/>
              <a:t>Do you manage many SKUs or product images?</a:t>
            </a:r>
          </a:p>
          <a:p>
            <a:pPr>
              <a:defRPr sz="1400"/>
            </a:pPr>
            <a:r>
              <a:rPr sz="1400"/>
              <a:t>Where do duplicate or visually similar packages cause problems?</a:t>
            </a:r>
          </a:p>
          <a:p>
            <a:pPr>
              <a:defRPr sz="1400"/>
            </a:pPr>
            <a:r>
              <a:rPr sz="1400"/>
              <a:t>Do teams compare old vs new packaging versions?</a:t>
            </a:r>
          </a:p>
          <a:p>
            <a:pPr>
              <a:defRPr sz="1400"/>
            </a:pPr>
            <a:r>
              <a:rPr sz="1400"/>
              <a:t>Where do wrong product images appear today?</a:t>
            </a:r>
          </a:p>
          <a:p>
            <a:pPr>
              <a:defRPr sz="1400"/>
            </a:pPr>
            <a:r>
              <a:rPr sz="1400"/>
              <a:t>Do you need to verify images against barcode or SKU records?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47218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sz="1800" b="1"/>
              <a:t>Workflow and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1856231"/>
            <a:ext cx="4946903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/>
              <a:t>Which systems hold your catalog data today?</a:t>
            </a:r>
          </a:p>
          <a:p>
            <a:pPr>
              <a:defRPr sz="1400"/>
            </a:pPr>
            <a:r>
              <a:rPr sz="1400"/>
              <a:t>Who owns catalog quality or SKU data?</a:t>
            </a:r>
          </a:p>
          <a:p>
            <a:pPr>
              <a:defRPr sz="1400"/>
            </a:pPr>
            <a:r>
              <a:rPr sz="1400"/>
              <a:t>Would mobile capture/search help QA, warehouse, sales, or field teams?</a:t>
            </a:r>
          </a:p>
          <a:p>
            <a:pPr>
              <a:defRPr sz="1400"/>
            </a:pPr>
            <a:r>
              <a:rPr sz="1400"/>
              <a:t>Would a web dashboard help admins review duplicates and export reports?</a:t>
            </a:r>
          </a:p>
          <a:p>
            <a:pPr>
              <a:defRPr sz="1400"/>
            </a:pPr>
            <a:r>
              <a:rPr sz="1400"/>
              <a:t>For a 100-500 image pilot, what should we detect first?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715000"/>
            <a:ext cx="9921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815584"/>
            <a:ext cx="9464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/>
              <a:t>Close: “Would it make sense to test this with a small sample of your product catalog after the event?”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Suggested 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399032"/>
            <a:ext cx="27980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Pilot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10512"/>
            <a:ext cx="2798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The static demo is a sales preview of the workflow.</a:t>
            </a:r>
          </a:p>
          <a:p>
            <a:pPr>
              <a:defRPr sz="1300"/>
            </a:pPr>
            <a:r>
              <a:rPr sz="1300"/>
              <a:t>For a pilot, test with 100-500 real customer product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23444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1399032"/>
            <a:ext cx="31181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Customer 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1810512"/>
            <a:ext cx="31181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667085"/>
                </a:solidFill>
              </a:defRPr>
            </a:pPr>
            <a:r>
              <a:t>Product images</a:t>
            </a:r>
          </a:p>
          <a:p>
            <a:pPr>
              <a:spcAft>
                <a:spcPts val="500"/>
              </a:spcAft>
              <a:defRPr sz="1350" b="0">
                <a:solidFill>
                  <a:srgbClr val="667085"/>
                </a:solidFill>
              </a:defRPr>
            </a:pPr>
            <a:r>
              <a:t>Product names</a:t>
            </a:r>
          </a:p>
          <a:p>
            <a:pPr>
              <a:spcAft>
                <a:spcPts val="500"/>
              </a:spcAft>
              <a:defRPr sz="1350" b="0">
                <a:solidFill>
                  <a:srgbClr val="667085"/>
                </a:solidFill>
              </a:defRPr>
            </a:pPr>
            <a:r>
              <a:t>SKU/article numbers</a:t>
            </a:r>
          </a:p>
          <a:p>
            <a:pPr>
              <a:spcAft>
                <a:spcPts val="500"/>
              </a:spcAft>
              <a:defRPr sz="1350" b="0">
                <a:solidFill>
                  <a:srgbClr val="667085"/>
                </a:solidFill>
              </a:defRPr>
            </a:pPr>
            <a:r>
              <a:t>Barcodes if available</a:t>
            </a:r>
          </a:p>
          <a:p>
            <a:pPr>
              <a:spcAft>
                <a:spcPts val="500"/>
              </a:spcAft>
              <a:defRPr sz="1350" b="0">
                <a:solidFill>
                  <a:srgbClr val="667085"/>
                </a:solidFill>
              </a:defRPr>
            </a:pPr>
            <a:r>
              <a:t>Category or brand</a:t>
            </a:r>
          </a:p>
          <a:p>
            <a:pPr>
              <a:spcAft>
                <a:spcPts val="500"/>
              </a:spcAft>
              <a:defRPr sz="1350" b="0">
                <a:solidFill>
                  <a:srgbClr val="667085"/>
                </a:solidFill>
              </a:defRPr>
            </a:pPr>
            <a:r>
              <a:t>Examples they want to 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23444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99032"/>
            <a:ext cx="31181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Pilot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1810512"/>
            <a:ext cx="31181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Customer sample catalog setup</a:t>
            </a:r>
          </a:p>
          <a:p>
            <a:pPr>
              <a:defRPr sz="1300"/>
            </a:pPr>
            <a:r>
              <a:rPr sz="1300"/>
              <a:t>Real product images and metadata</a:t>
            </a:r>
          </a:p>
          <a:p>
            <a:pPr>
              <a:defRPr sz="1300"/>
            </a:pPr>
            <a:r>
              <a:rPr sz="1300"/>
              <a:t>Top 3/top 5 similar matches</a:t>
            </a:r>
          </a:p>
          <a:p>
            <a:pPr>
              <a:defRPr sz="1300"/>
            </a:pPr>
            <a:r>
              <a:rPr sz="1300"/>
              <a:t>Duplicate/variant review</a:t>
            </a:r>
          </a:p>
          <a:p>
            <a:pPr>
              <a:defRPr sz="1300"/>
            </a:pPr>
            <a:r>
              <a:rPr sz="1300"/>
              <a:t>Guided review support</a:t>
            </a:r>
          </a:p>
          <a:p>
            <a:pPr>
              <a:defRPr sz="1300"/>
            </a:pPr>
            <a:r>
              <a:rPr sz="1300"/>
              <a:t>Short findings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977640"/>
            <a:ext cx="9052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9928" y="4160520"/>
            <a:ext cx="8650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4553712"/>
            <a:ext cx="86502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/>
              <a:t>Finds useful similar products in customer data.</a:t>
            </a:r>
          </a:p>
          <a:p>
            <a:pPr>
              <a:defRPr sz="1400"/>
            </a:pPr>
            <a:r>
              <a:rPr sz="1400"/>
              <a:t>Reduces manual review time.</a:t>
            </a:r>
          </a:p>
          <a:p>
            <a:pPr>
              <a:defRPr sz="1400"/>
            </a:pPr>
            <a:r>
              <a:rPr sz="1400"/>
              <a:t>Identifies confusing product records.</a:t>
            </a:r>
          </a:p>
          <a:p>
            <a:pPr>
              <a:defRPr sz="1400"/>
            </a:pPr>
            <a:r>
              <a:rPr sz="1400"/>
              <a:t>Makes duplicate, variant, and old-packaging review clearer.</a:t>
            </a:r>
          </a:p>
          <a:p>
            <a:pPr>
              <a:defRPr sz="1400"/>
            </a:pPr>
            <a:r>
              <a:rPr sz="1400"/>
              <a:t>Shows measurable value for catalog or QA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2800"/>
              <a:t>Catalog QA Product Similarity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</a:defRPr>
            </a:pPr>
            <a:r>
              <a:t>Conversation deck for explaining the demo options while the app is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5715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AI-powered product image matching for catalog quality, packaging comparison, SKU/barcode checks, and QA review teams.</a:t>
            </a:r>
          </a:p>
          <a:p>
            <a:pPr>
              <a:defRPr sz="1600"/>
            </a:pPr>
            <a:r>
              <a:rPr sz="1600"/>
              <a:t>Use this as a conversation guide, not a formal long presentation.</a:t>
            </a:r>
          </a:p>
          <a:p>
            <a:pPr>
              <a:defRPr sz="1600"/>
            </a:pPr>
            <a:r>
              <a:rPr sz="1600"/>
              <a:t>The static demo is a sales preview; the pilot should use real customer product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508760"/>
            <a:ext cx="4663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22007" y="1673351"/>
            <a:ext cx="426110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30-second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2007" y="2084831"/>
            <a:ext cx="426110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sz="1500"/>
              <a:t>I built a visual product similarity system for companies with many product images, SKUs, barcodes, and packaging versions.</a:t>
            </a:r>
          </a:p>
          <a:p>
            <a:pPr>
              <a:defRPr sz="1500"/>
            </a:pPr>
            <a:r>
              <a:rPr sz="1500"/>
              <a:t>It helps teams find duplicate records, valid variants, old packaging, wrong images, and confusing catalog cases faster.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703320"/>
            <a:ext cx="4663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2007" y="3867911"/>
            <a:ext cx="426110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7" y="4279392"/>
            <a:ext cx="42611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Hazem Elbatawy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Full-stack Developer and Security Researcher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900"/>
              <a:t>Product Similarity Demo | Catalog QA and Packaging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Demo Options You Can Show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Static mobile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10512"/>
            <a:ext cx="316382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/>
              <a:t>Fast and reliable at the event.</a:t>
            </a:r>
          </a:p>
          <a:p>
            <a:pPr>
              <a:defRPr sz="1400"/>
            </a:pPr>
            <a:r>
              <a:rPr sz="1400"/>
              <a:t>Opens on phone browser or laptop.</a:t>
            </a:r>
          </a:p>
          <a:p>
            <a:pPr>
              <a:defRPr sz="1400"/>
            </a:pPr>
            <a:r>
              <a:rPr sz="1400"/>
              <a:t>Includes a guided demo assistant.</a:t>
            </a:r>
          </a:p>
          <a:p>
            <a:pPr>
              <a:defRPr sz="1400"/>
            </a:pPr>
            <a:r>
              <a:rPr sz="1400"/>
              <a:t>Easy to refresh with new sample products.</a:t>
            </a:r>
          </a:p>
          <a:p>
            <a:pPr>
              <a:defRPr sz="1400"/>
            </a:pPr>
            <a:r>
              <a:rPr sz="1400"/>
              <a:t>Runs as a single offline HTML preview.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Live backend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10512"/>
            <a:ext cx="316382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Stronger technical proof.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Uses deployed app/backend.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Shows real search behavior.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Requires stable internet and running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Screenshots/video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10512"/>
            <a:ext cx="316382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Final fallback.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Useful for quick booth conversations.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Protects you if venue network is bad.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Good for follow-up messages.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Product Options for Customers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661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Android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10512"/>
            <a:ext cx="3163824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Field use and quick checks.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Camera/gallery image capture.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Top similar products on phone.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Best for sales, warehouse, QA, and field staff.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661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10512"/>
            <a:ext cx="3163824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Catalog and admin work.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Bulk upload products.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Review duplicates and variants.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Export reports for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661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API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10512"/>
            <a:ext cx="3163824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Connect to ERP, ecommerce, WMS, or inventory systems.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Keeps existing workflow.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Adds visual search as a service.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Best for mature companies.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Recommended Commercial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490472"/>
            <a:ext cx="2020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Android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901952"/>
            <a:ext cx="202082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Capture/search in the field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Fast mobile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8036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44952"/>
            <a:ext cx="2020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56432"/>
            <a:ext cx="202082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Catalog/admin/reporting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Bulk import and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084831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7" y="2249424"/>
            <a:ext cx="22494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2660903"/>
            <a:ext cx="224942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Image upload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AI embeddings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84831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7" y="2249424"/>
            <a:ext cx="23408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PostgreSQL + pgvector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2660903"/>
            <a:ext cx="234086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Products, images, SKUs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Vector similarity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617720"/>
            <a:ext cx="6720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4782312"/>
            <a:ext cx="63185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5184648"/>
            <a:ext cx="6318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8212F"/>
                </a:solidFill>
              </a:defRPr>
            </a:pPr>
            <a:r>
              <a:t>Streamlit is useful for prototype/demo work.</a:t>
            </a:r>
          </a:p>
          <a:p>
            <a:pPr>
              <a:spcAft>
                <a:spcPts val="0"/>
              </a:spcAft>
              <a:defRPr sz="1150">
                <a:solidFill>
                  <a:srgbClr val="18212F"/>
                </a:solidFill>
              </a:defRPr>
            </a:pPr>
            <a:r>
              <a:t>It should not be the final commercial laptop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23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766E"/>
                </a:solidFill>
              </a:defRPr>
            </a:pPr>
            <a: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766E"/>
                </a:solidFill>
              </a:defRPr>
            </a:pPr>
            <a: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Where It Fits at Fi Africa / ProPak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Packaging and labeling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10512"/>
            <a:ext cx="31638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Compare packaging designs.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Detect similar or duplicate packaging.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Support QA and client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Food manufacturers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10512"/>
            <a:ext cx="31638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Manage product variants, flavors, and sizes.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Compare old vs new packaging.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Keep product images consistent.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399032"/>
            <a:ext cx="3163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Distributors and retailers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10512"/>
            <a:ext cx="31638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Clean catalog duplicates.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Verify product images across suppliers.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Improve product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886200"/>
            <a:ext cx="397763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8" y="4050791"/>
            <a:ext cx="357530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Automation / QA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4462272"/>
            <a:ext cx="357530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Add visual similarity to inspection or traceability workflows.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Strong ProPak MENA 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397763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4050791"/>
            <a:ext cx="357530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Best first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462272"/>
            <a:ext cx="357530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Hall 1 / ProPak: packaging, labeling, coding, QA,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Questions to Ask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12F"/>
                </a:solidFill>
              </a:defRPr>
            </a:pPr>
            <a:r>
              <a:t>Do you manage many SKUs or product images?</a:t>
            </a:r>
          </a:p>
          <a:p>
            <a:pPr>
              <a:spcAft>
                <a:spcPts val="800"/>
              </a:spcAft>
              <a:defRPr sz="1700">
                <a:solidFill>
                  <a:srgbClr val="18212F"/>
                </a:solidFill>
              </a:defRPr>
            </a:pPr>
            <a:r>
              <a:t>Do you have duplicate or similar packaging problems?</a:t>
            </a:r>
          </a:p>
          <a:p>
            <a:pPr>
              <a:spcAft>
                <a:spcPts val="800"/>
              </a:spcAft>
              <a:defRPr sz="1700">
                <a:solidFill>
                  <a:srgbClr val="18212F"/>
                </a:solidFill>
              </a:defRPr>
            </a:pPr>
            <a:r>
              <a:t>Do your teams compare old vs new packaging versions?</a:t>
            </a:r>
          </a:p>
          <a:p>
            <a:pPr>
              <a:spcAft>
                <a:spcPts val="800"/>
              </a:spcAft>
              <a:defRPr sz="1700">
                <a:solidFill>
                  <a:srgbClr val="18212F"/>
                </a:solidFill>
              </a:defRPr>
            </a:pPr>
            <a:r>
              <a:t>Do you need to verify product images against barcode/SKU records?</a:t>
            </a:r>
          </a:p>
          <a:p>
            <a:pPr>
              <a:spcAft>
                <a:spcPts val="800"/>
              </a:spcAft>
              <a:defRPr sz="1700">
                <a:solidFill>
                  <a:srgbClr val="18212F"/>
                </a:solidFill>
              </a:defRPr>
            </a:pPr>
            <a:r>
              <a:t>Do you use ERP, ecommerce, WMS, or inventory software?</a:t>
            </a:r>
          </a:p>
          <a:p>
            <a:pPr>
              <a:spcAft>
                <a:spcPts val="800"/>
              </a:spcAft>
              <a:defRPr sz="1700">
                <a:solidFill>
                  <a:srgbClr val="18212F"/>
                </a:solidFill>
              </a:defRPr>
            </a:pPr>
            <a:r>
              <a:t>Who owns product catalog quality in your company?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1417320"/>
            <a:ext cx="4297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96328" y="1581912"/>
            <a:ext cx="38953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What you are qualifying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6328" y="1993392"/>
            <a:ext cx="389534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Need for demo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Need for pilot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Need for API integration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Right person for follow-up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3794760"/>
            <a:ext cx="4297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6328" y="3959352"/>
            <a:ext cx="38953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Ask for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8" y="4370832"/>
            <a:ext cx="38953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Technical meeting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Sample product images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Pilot discussion</a:t>
            </a:r>
          </a:p>
          <a:p>
            <a:pPr>
              <a:spcAft>
                <a:spcPts val="400"/>
              </a:spcAft>
              <a:defRPr sz="1250">
                <a:solidFill>
                  <a:srgbClr val="18212F"/>
                </a:solidFill>
              </a:defRPr>
            </a:pPr>
            <a:r>
              <a:t>Referral to catalog/QA/IT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</a:defRPr>
            </a:pPr>
            <a:r>
              <a:t>Use only if the customer is 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623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Python / FastAPI backend.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CLIP image embeddings.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PostgreSQL with pgvector for vector search.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Android app for mobile capture/search.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Web dashboard for catalog/admin workflow.</a:t>
            </a:r>
          </a:p>
          <a:p>
            <a:pPr>
              <a:spcAft>
                <a:spcPts val="800"/>
              </a:spcAft>
              <a:defRPr sz="1800">
                <a:solidFill>
                  <a:srgbClr val="18212F"/>
                </a:solidFill>
              </a:defRPr>
            </a:pPr>
            <a:r>
              <a:t>API integration possible with ERP, inventory, and ecommerce systems.</a:t>
            </a:r>
          </a:p>
        </p:txBody>
      </p:sp>
      <p:pic>
        <p:nvPicPr>
          <p:cNvPr id="5" name="Picture 4" descr="Termianl_Product_Recogini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434840" cy="1457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12F"/>
                </a:solidFill>
              </a:defRPr>
            </a:pPr>
            <a:r>
              <a:t>Ecommerce Integration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A"/>
                </a:solidFill>
              </a:defRPr>
            </a:pPr>
            <a:r>
              <a:t>Shopify / WordPress product creation + AI-generated descriptions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Where it connects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37943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Shopify stores.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WordPress / WooCommerce stores.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ERP or product catalog systems.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Internal admin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63039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166534"/>
                </a:solidFill>
              </a:defRPr>
            </a:pPr>
            <a:r>
              <a:t>New product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37943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Upload product image.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Check for visually similar existing products.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Prevent duplicate catalog entry.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Generate draft description for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463039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OpenAI API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837943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Generate product title ideas.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Draft product descriptions.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Suggest category/tags.</a:t>
            </a:r>
          </a:p>
          <a:p>
            <a:pPr>
              <a:spcAft>
                <a:spcPts val="300"/>
              </a:spcAft>
              <a:defRPr sz="1200">
                <a:solidFill>
                  <a:srgbClr val="18212F"/>
                </a:solidFill>
              </a:defRPr>
            </a:pPr>
            <a:r>
              <a:t>Create SEO-friendly copy for ecommerce.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40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166534"/>
                </a:solidFill>
              </a:defRPr>
            </a:pPr>
            <a:r>
              <a:t>Human review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31546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8212F"/>
                </a:solidFill>
              </a:defRPr>
            </a:pPr>
            <a:r>
              <a:t>AI-generated descriptions should be reviewed by the business.</a:t>
            </a:r>
          </a:p>
          <a:p>
            <a:pPr>
              <a:spcAft>
                <a:spcPts val="0"/>
              </a:spcAft>
              <a:defRPr sz="1050">
                <a:solidFill>
                  <a:srgbClr val="18212F"/>
                </a:solidFill>
              </a:defRPr>
            </a:pPr>
            <a:r>
              <a:t>The system should not invent unsupported ingredients, claims, certifications, or nutrition facts.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40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986784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Commercial 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352544"/>
            <a:ext cx="31546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18212F"/>
                </a:solidFill>
              </a:defRPr>
            </a:pPr>
            <a:r>
              <a:t>Faster product onboarding.</a:t>
            </a:r>
          </a:p>
          <a:p>
            <a:pPr>
              <a:spcAft>
                <a:spcPts val="0"/>
              </a:spcAft>
              <a:defRPr sz="1100">
                <a:solidFill>
                  <a:srgbClr val="18212F"/>
                </a:solidFill>
              </a:defRPr>
            </a:pPr>
            <a:r>
              <a:t>Cleaner catalog data.</a:t>
            </a:r>
          </a:p>
          <a:p>
            <a:pPr>
              <a:spcAft>
                <a:spcPts val="0"/>
              </a:spcAft>
              <a:defRPr sz="1100">
                <a:solidFill>
                  <a:srgbClr val="18212F"/>
                </a:solidFill>
              </a:defRPr>
            </a:pPr>
            <a:r>
              <a:t>Fewer duplicate listings.</a:t>
            </a:r>
          </a:p>
          <a:p>
            <a:pPr>
              <a:spcAft>
                <a:spcPts val="0"/>
              </a:spcAft>
              <a:defRPr sz="1100">
                <a:solidFill>
                  <a:srgbClr val="18212F"/>
                </a:solidFill>
              </a:defRPr>
            </a:pPr>
            <a:r>
              <a:t>Better product pages for online stores.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840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986784"/>
            <a:ext cx="3154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Best pitch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52544"/>
            <a:ext cx="31546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18212F"/>
                </a:solidFill>
              </a:defRPr>
            </a:pPr>
            <a:r>
              <a:t>“The same visual search can become an ecommerce catalog assistant: check duplicates first, then draft product descriptions for Shopify or WordPress.”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28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77A"/>
                </a:solidFill>
              </a:defRPr>
            </a:pPr>
            <a:r>
              <a:t>Product Similarity Demo | Fi Africa / ProPak MENA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