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live/static demo if possible. Use this slide only to frame what the customer is seeing.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SKU simply: one sellable product variant. The tool helps compare product images around SKU/barcode/catalog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tech simple. If they are technical, mention CLIP and PostgreSQL/pgvector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apologize for the static demo. Position it as the reliable event preview; explain the production version uses backend AI/vector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mobile is great for capture/search, but commercial companies also need dashboard/admin/integration.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answers: is it just mobile? No. Real product is Android + dashboard + API + vector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Prioritize ProPak booths for Product Similarity. Use Fi Africa for food/product data and Calories Zone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your live demo checklist. Do not over-explain unless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goal is not to close immediately. Your goal is to find the pain owner and schedule a real follow-up.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small pilot. It is concrete, low-risk, and easier than selling a full product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show this if they ask about the technical architecture or scalability.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mostly for you. Read it before conversations to keep the message clear and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Barcode and ERP identify exact product records. My app adds the visual layer: it finds products that look similar even when barcodes, names, or descriptions are different. That helps catalog, SKU, packaging, and QA teams review duplicates and variants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this as a future integration option, not something the current static demo fully does. Strong angle for retailers, distributors, and food brands with ecommerce 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as a live conversation checklist. Pick 2-3 questions, do not read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Visual Product Similarity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Conversation deck for explaining the demo options while the app is 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5715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8212F"/>
                </a:solidFill>
              </a:defRPr>
            </a:pPr>
            <a:r>
              <a:t>AI-powered product image matching for packaging, catalog, SKU, and QA teams.</a:t>
            </a:r>
          </a:p>
          <a:p>
            <a:pPr>
              <a:spcAft>
                <a:spcPts val="800"/>
              </a:spcAft>
              <a:defRPr sz="2000">
                <a:solidFill>
                  <a:srgbClr val="18212F"/>
                </a:solidFill>
              </a:defRPr>
            </a:pPr>
            <a:r>
              <a:t>Use this as a conversation guide, not a formal long presentation.</a:t>
            </a:r>
          </a:p>
          <a:p>
            <a:pPr>
              <a:spcAft>
                <a:spcPts val="800"/>
              </a:spcAft>
              <a:defRPr sz="2000">
                <a:solidFill>
                  <a:srgbClr val="18212F"/>
                </a:solidFill>
              </a:defRPr>
            </a:pPr>
            <a:r>
              <a:t>Main demo remains the mobile/static or live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20840" y="1508760"/>
            <a:ext cx="46634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22007" y="1673351"/>
            <a:ext cx="426110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30-second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2007" y="2084831"/>
            <a:ext cx="4261103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 built a visual product similarity system for companies with many product images or packaging versions.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helps teams find duplicates, variants, wrong images, and similar packaging faster.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3703320"/>
            <a:ext cx="4663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7" y="3867911"/>
            <a:ext cx="426110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Presenter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2007" y="4279392"/>
            <a:ext cx="426110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Hazem Elbatawy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Full-stack Developer and Security Researcher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The 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Companies manage many product images, SKUs, barcodes, sizes, flavors, and packaging versions.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Similar packages can create duplicate catalog records or QA confusion.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Manual visual checking becomes slow when the catalog grows.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Barcode data alone does not solve visual packaging comparison.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37960" y="1417320"/>
            <a:ext cx="480060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39128" y="1581912"/>
            <a:ext cx="439826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Simple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9128" y="1993392"/>
            <a:ext cx="4398264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Two products may have different barcodes but very similar packaging.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The team needs to know: duplicate, variant, old packaging, or catalog mistake?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3566160"/>
            <a:ext cx="48006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39128" y="3730752"/>
            <a:ext cx="439826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Who feels this pain?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9128" y="4142232"/>
            <a:ext cx="43982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Catalog teams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SKU/data teams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QA teams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Packaging teams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Retail/distribution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Upload, select, or capture a product image.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The system converts the image into an AI embedding.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It searches the product catalog using vector similarity.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It returns the closest matching products with scores.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The team reviews duplicates, variants, or possible mistakes faster.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34440"/>
            <a:ext cx="507492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1968" y="1399032"/>
            <a:ext cx="467258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1968" y="1810512"/>
            <a:ext cx="4672583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 image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AI image understanding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Vector search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Top similar products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749039"/>
            <a:ext cx="50749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3913631"/>
            <a:ext cx="467258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Business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4325112"/>
            <a:ext cx="4672583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Less manual checking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Cleaner catalog data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Faster packaging comparison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Better QA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Demo Options You Can Show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344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Static mobile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10512"/>
            <a:ext cx="316382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Fast and reliable at the event.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Opens on phone browser.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Best when internet is weak.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Shows the user flow and business idea.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Live backend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810512"/>
            <a:ext cx="316382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Stronger technical proof.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Uses deployed app/backend.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Shows real search behavior.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Requires stable internet and running server.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Screenshots/video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1810512"/>
            <a:ext cx="3163824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Final fallback.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Useful for quick booth conversations.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Protects you if venue network is bad.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Good for follow-up messages.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Product Options for Customers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34440"/>
            <a:ext cx="35661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Android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10512"/>
            <a:ext cx="3163824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Field use and quick checks.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Camera/gallery image capture.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Top similar products on phone.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Best for sales, warehouse, QA, and field staff.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5661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Web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810512"/>
            <a:ext cx="3163824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Catalog and admin work.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Bulk upload products.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Review duplicates and variants.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Export reports for teams.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5661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API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1810512"/>
            <a:ext cx="3163824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Connect to ERP, ecommerce, WMS, or inventory systems.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Keeps existing workflow.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Adds visual search as a service.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Best for mature companies.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Recommended Commercial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24231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1490472"/>
            <a:ext cx="2020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Android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901952"/>
            <a:ext cx="2020824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Capture/search in the field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Fast mobile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80360"/>
            <a:ext cx="24231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044952"/>
            <a:ext cx="2020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Web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456432"/>
            <a:ext cx="2020824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Catalog/admin/reporting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Bulk import and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084831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4487" y="2249424"/>
            <a:ext cx="22494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FastAPI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4487" y="2660903"/>
            <a:ext cx="224942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Image upload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AI embeddings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Business logic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084831"/>
            <a:ext cx="27432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7" y="2249424"/>
            <a:ext cx="234086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PostgreSQL + pgvector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0607" y="2660903"/>
            <a:ext cx="234086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Products, images, SKUs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Vector similarity 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4709160"/>
            <a:ext cx="6720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8" y="4873752"/>
            <a:ext cx="631850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Important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5285232"/>
            <a:ext cx="631850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Streamlit is useful for prototype/demo work.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should not be the final commercial laptop product.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42316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766E"/>
                </a:solidFill>
              </a:defRPr>
            </a:pPr>
            <a:r>
              <a:t>-&gt;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42316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766E"/>
                </a:solidFill>
              </a:defRPr>
            </a:pPr>
            <a:r>
              <a:t>-&gt;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Where It Fits at Fi Africa / ProPak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23444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552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Packaging and 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10512"/>
            <a:ext cx="316382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Compare packaging designs.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Detect similar or duplicate packaging.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Support QA and client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3444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Food manufacturers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810512"/>
            <a:ext cx="316382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Manage product variants, flavors, and sizes.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Compare old vs new packaging.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Keep product images consistent.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23444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1399032"/>
            <a:ext cx="31638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Distributors and retailers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1810512"/>
            <a:ext cx="316382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Clean catalog duplicates.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Verify product images across suppliers.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Improve product search.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3886200"/>
            <a:ext cx="3977639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7128" y="4050791"/>
            <a:ext cx="357530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Automation / QA companies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7128" y="4462272"/>
            <a:ext cx="357530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Add visual similarity to inspection or traceability workflows.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Strong ProPak MENA fit.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86200"/>
            <a:ext cx="3977639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4050791"/>
            <a:ext cx="3575303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Best first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4462272"/>
            <a:ext cx="357530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Hall 1 / ProPak: packaging, labeling, coding, QA, automation.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5897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1. Choose or show a reference product.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2. Click “Find Similar Products” or upload/capture an image.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3. Show the top 3 matches.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4. Explain similarity score: higher means visually closer.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5. Connect to value: duplicate, variant, wrong image, or packaging review.</a:t>
            </a:r>
          </a:p>
        </p:txBody>
      </p:sp>
      <p:pic>
        <p:nvPicPr>
          <p:cNvPr id="4" name="Picture 3" descr="Products_Recogitio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143000"/>
            <a:ext cx="4343400" cy="965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Questions to Ask Customers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852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 manage many SKUs or product images?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 have duplicate or similar packaging problems?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your teams compare old vs new packaging versions?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 need to verify product images against barcode/SKU records?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Do you use ERP, ecommerce, WMS, or inventory software?</a:t>
            </a:r>
          </a:p>
          <a:p>
            <a:pPr>
              <a:spcAft>
                <a:spcPts val="800"/>
              </a:spcAft>
              <a:defRPr sz="1700">
                <a:solidFill>
                  <a:srgbClr val="18212F"/>
                </a:solidFill>
              </a:defRPr>
            </a:pPr>
            <a:r>
              <a:t>Who owns product catalog quality in your company?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95160" y="1417320"/>
            <a:ext cx="42976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96328" y="1581912"/>
            <a:ext cx="389534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What you are qualifying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96328" y="1993392"/>
            <a:ext cx="3895344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Need for demo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Need for pilot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Need for API integration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Right person for follow-up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95160" y="3794760"/>
            <a:ext cx="42976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96328" y="3959352"/>
            <a:ext cx="389534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Ask for next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6328" y="4370832"/>
            <a:ext cx="389534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Technical meeting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Sample product images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Pilot discussion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Referral to catalog/QA/IT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Suggested Pilot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3444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1399032"/>
            <a:ext cx="279806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Pilot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810512"/>
            <a:ext cx="27980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Test the system with 100-500 real product images from the customer.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60520" y="1234440"/>
            <a:ext cx="352044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1399032"/>
            <a:ext cx="311810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Customer provides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810512"/>
            <a:ext cx="311810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 images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 names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SKU/article numbers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Barcodes if available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Examples they want to detect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234440"/>
            <a:ext cx="352044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56448" y="1399032"/>
            <a:ext cx="311810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Pilot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6448" y="1810512"/>
            <a:ext cx="311810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Catalog import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Image similarity search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Top 3/top 5 matches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Duplicate/variant review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Short findings report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08760" y="4069080"/>
            <a:ext cx="9052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9928" y="4233672"/>
            <a:ext cx="86502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Success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4645152"/>
            <a:ext cx="865022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Finds useful similar products.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Reduces manual review time.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Identifies confusing product records.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Shows clear value for catalog or QA workflow.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Technical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Use only if the customer is technical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623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Python / FastAPI backend.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CLIP image embeddings.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PostgreSQL with pgvector for vector search.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Android app for mobile capture/search.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Web dashboard for catalog/admin workflow.</a:t>
            </a:r>
          </a:p>
          <a:p>
            <a:pPr>
              <a:spcAft>
                <a:spcPts val="800"/>
              </a:spcAft>
              <a:defRPr sz="1800">
                <a:solidFill>
                  <a:srgbClr val="18212F"/>
                </a:solidFill>
              </a:defRPr>
            </a:pPr>
            <a:r>
              <a:t>API integration possible with ERP, inventory, and ecommerce systems.</a:t>
            </a:r>
          </a:p>
        </p:txBody>
      </p:sp>
      <p:pic>
        <p:nvPicPr>
          <p:cNvPr id="5" name="Picture 4" descr="Termianl_Product_Recoginitio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34440"/>
            <a:ext cx="4434840" cy="145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046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Wording That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234440"/>
            <a:ext cx="516636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1399032"/>
            <a:ext cx="47640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Use these phrases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810512"/>
            <a:ext cx="4764024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Visual product similarity search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Product catalog quality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Duplicate and variant detection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Packaging comparison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SKU and barcode data support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Mobile capture/search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Web dashboard for catalog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234440"/>
            <a:ext cx="516636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6248" y="1399032"/>
            <a:ext cx="47640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766E"/>
                </a:solidFill>
              </a:defRPr>
            </a:pPr>
            <a:r>
              <a:t>Avoid these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248" y="1810512"/>
            <a:ext cx="4764024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This is only a demo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replaces your ERP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guarantees 100% accuracy</a:t>
            </a:r>
          </a:p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works perfectly on every product 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3977639"/>
            <a:ext cx="51663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4142231"/>
            <a:ext cx="476402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66534"/>
                </a:solidFill>
              </a:defRPr>
            </a:pPr>
            <a:r>
              <a:t>Best closing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4553712"/>
            <a:ext cx="4764024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8212F"/>
                </a:solidFill>
              </a:defRPr>
            </a:pPr>
            <a:r>
              <a:t>It helps your team review similar products faster and reduce manual checking.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326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What Makes Product Similarity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Answer when someone says: we already have barcode, ERP, or normal product search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Visual search beyond barcode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37943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Barcode tells you identity.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This system compares how products actually look: packaging, label, shape, and visual similarity.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AI embeddings, not filename matching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37943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Uses CLIP/OpenCLIP image embeddings.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Compares image meaning/features instead of simple text or manual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Vector database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1837943"/>
            <a:ext cx="315468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Stores image embeddings in PostgreSQL + pgvector.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Designed for fast top-match search as the catalog grows.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29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Search before 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41064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Find similar products already in the database.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Useful for review and discovery without adding new records.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29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566160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Duplicate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941064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When uploading a new product, the system can warn about visually similar existing products.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Helps avoid duplicate catalog entries.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429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3566160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Business workflow 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3941064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Built for catalog, SKU, packaging, QA, and ERP/product-data teams.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Can become Android capture app + web dashboard + API integration.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5349240"/>
            <a:ext cx="9692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548640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Short answer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861304"/>
            <a:ext cx="9326880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20">
                <a:solidFill>
                  <a:srgbClr val="18212F"/>
                </a:solidFill>
              </a:defRPr>
            </a:pPr>
            <a:r>
              <a:t>The unique value is not “recognizing one product.” It is helping teams review visually similar products, duplicates, variants, and packaging mistakes across a catalog.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96926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Ecommerce Integration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3268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Shopify / WordPress product creation + AI-generated descriptions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Where it connects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37943"/>
            <a:ext cx="3154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Shopify stores.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WordPress / WooCommerce stores.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ERP or product catalog systems.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Internal admin dashboards.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258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New product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37943"/>
            <a:ext cx="3154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Upload product image.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Check for visually similar existing products.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Prevent duplicate catalog entry.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Generate draft description for review.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463039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OpenAI API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1837943"/>
            <a:ext cx="3154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Generate product title ideas.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Draft product descriptions.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Suggest category/tags.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Create SEO-friendly copy for ecommerce.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8862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166534"/>
                </a:solidFill>
              </a:defRPr>
            </a:pPr>
            <a:r>
              <a:t>Human review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98264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AI-generated descriptions should be reviewed by the business.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The system should not invent unsupported ingredients, claims, certifications, or nutrition facts.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862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4023360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Commercial benefit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398264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Faster product onboarding.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Cleaner catalog data.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Fewer duplicate listings.</a:t>
            </a:r>
          </a:p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Better product pages for online stores.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8862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4023360"/>
            <a:ext cx="3154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60" b="1">
                <a:solidFill>
                  <a:srgbClr val="0F766E"/>
                </a:solidFill>
              </a:defRPr>
            </a:pPr>
            <a:r>
              <a:t>Best pitch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4398264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8212F"/>
                </a:solidFill>
              </a:defRPr>
            </a:pPr>
            <a:r>
              <a:t>“The same visual search can become an ecommerce catalog assistant: check duplicates first, then draft product descriptions for Shopify or WordPress.”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428232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2004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12F"/>
                </a:solidFill>
              </a:defRPr>
            </a:pPr>
            <a:r>
              <a:t>Customer Questions Cheat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B677A"/>
                </a:solidFill>
              </a:defRPr>
            </a:pPr>
            <a:r>
              <a:t>Use these to qualify Product Similarity leads quickly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544068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472184"/>
            <a:ext cx="50383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Problem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856231"/>
            <a:ext cx="5038344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 manage many SKUs or product images?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 have duplicate or visually similar packaging problems?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your teams compare old vs new packaging versions?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wrong product images appear in catalog, ecommerce, ERP, or inventory systems?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 need to verify images against barcode or SKU records?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7" y="1472184"/>
            <a:ext cx="494690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66534"/>
                </a:solidFill>
              </a:defRPr>
            </a:pPr>
            <a:r>
              <a:t>Workflow and next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7" y="1856231"/>
            <a:ext cx="4946903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Do you use ERP, ecommerce, WMS, Shopify, WordPress/WooCommerce, or inventory software?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Who owns product catalog quality or SKU data?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Would mobile capture/search help QA, warehouse, sales, or field staff?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Would a web dashboard help admins review duplicates and export reports?</a:t>
            </a:r>
          </a:p>
          <a:p>
            <a:pPr>
              <a:spcAft>
                <a:spcPts val="200"/>
              </a:spcAft>
              <a:defRPr sz="1120">
                <a:solidFill>
                  <a:srgbClr val="18212F"/>
                </a:solidFill>
              </a:defRPr>
            </a:pPr>
            <a:r>
              <a:t>If we tested 100-500 product images, what should it detect first?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715000"/>
            <a:ext cx="9921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815584"/>
            <a:ext cx="9464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0F766E"/>
                </a:solidFill>
              </a:defRPr>
            </a:pPr>
            <a:r>
              <a:t>Close: “Would it make sense to test this with a small sample of your product catalog after the event?”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7680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B677A"/>
                </a:solidFill>
              </a:defRPr>
            </a:pPr>
            <a:r>
              <a:t>Product Similarity Demo | Fi Africa / ProPak MENA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