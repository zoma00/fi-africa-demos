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supporting conversation deck. The app/demo itself is the main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problem to food brands: not just a personal diet app, but a consumer product/nutrition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practical: setup, targets, macros, meal logs, local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strong contrast with Product Similarity, which needs backend/vector search for the commercial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quick sample profile and meal. Do not spend too long on every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secondary demo at the event. Product Similarity is stronger for ProPak; Calories Zone is stronger for Fi Africa nutrition/food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overpromise AI. Say the current app has a rule-based guidance engine and AI can be added carefully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discovery questions, not a hard 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use this slide for technical people. For most booth conversations, slides 1-6 are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connecting to the customer’s products, not generic diet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this: Calories Zone is not only a calorie counter. The unique idea is local-first nutrition planning that combines calorie targets, macro balance, meal logging, and beyond-calories guidance in one simple mobile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it simply: the app does not claim calories are wrong. It says calories are not enough. It scores meal logs across six practical nutrition signals and gives next actions when a score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chat is locally embedded in this preview. It is not a full medical AI. It helps with meal tracking, target progress, macros, meal ideas, hydration, and privacy questions while keeping clear safety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a live conversation checklist. Pick 2-3 questions, do not read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Calories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5F57"/>
                </a:solidFill>
              </a:defRPr>
            </a:pPr>
            <a:r>
              <a:t>Local-first Android calorie and macro planner for food-tech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15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1D19"/>
                </a:solidFill>
              </a:defRPr>
            </a:pPr>
            <a:r>
              <a:t>Built with Kotlin and Jetpack Compose.</a:t>
            </a:r>
          </a:p>
          <a:p>
            <a:pPr>
              <a:spcAft>
                <a:spcPts val="800"/>
              </a:spcAft>
              <a:defRPr sz="1900">
                <a:solidFill>
                  <a:srgbClr val="1F1D19"/>
                </a:solidFill>
              </a:defRPr>
            </a:pPr>
            <a:r>
              <a:t>Calculates calorie targets and macro split.</a:t>
            </a:r>
          </a:p>
          <a:p>
            <a:pPr>
              <a:spcAft>
                <a:spcPts val="800"/>
              </a:spcAft>
              <a:defRPr sz="1900">
                <a:solidFill>
                  <a:srgbClr val="1F1D19"/>
                </a:solidFill>
              </a:defRPr>
            </a:pPr>
            <a:r>
              <a:t>Saves profile and meal logs locally on the device.</a:t>
            </a:r>
          </a:p>
          <a:p>
            <a:pPr>
              <a:spcAft>
                <a:spcPts val="800"/>
              </a:spcAft>
              <a:defRPr sz="1900">
                <a:solidFill>
                  <a:srgbClr val="1F1D19"/>
                </a:solidFill>
              </a:defRPr>
            </a:pPr>
            <a:r>
              <a:t>Useful demo for nutrition, health, food brands, and wellness conversations.</a:t>
            </a:r>
          </a:p>
        </p:txBody>
      </p:sp>
      <p:pic>
        <p:nvPicPr>
          <p:cNvPr id="5" name="Picture 4" descr="food_r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38912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484632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3448" y="5001768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Presenter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3448" y="5413248"/>
            <a:ext cx="39867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Hazem Elbatawy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Full-stack Developer and Security 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715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Many people want simple calorie and macro guidance, but most tracking apps feel heavy.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Food brands and nutrition teams need better consumer nutrition UX.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Manual meal logging can be repetitive and confusing.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Users want useful targets without depending on an internet connection.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417320"/>
            <a:ext cx="4526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2007" y="1572768"/>
            <a:ext cx="4123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Business angle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2007" y="1984248"/>
            <a:ext cx="412394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For food companies, this is a product nutrition UX demo.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For wellness companies, it is a local-first planning and logging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3611880"/>
            <a:ext cx="4526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7" y="3767328"/>
            <a:ext cx="4123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Event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7" y="4178808"/>
            <a:ext cx="412394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Best for Fi Africa companies: nutrition, ingredients, protein, dairy, bakery, food brands, and wellness 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What the App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389888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Profile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01368"/>
            <a:ext cx="3072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Age, gender, height, weight, activity level, and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89888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Calorie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01368"/>
            <a:ext cx="3072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Estimates BMR, maintenance calories, and cutting/bulking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389888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Macro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1801368"/>
            <a:ext cx="3072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Calculates protein, carbs, and fat targets.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3832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3538728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Meal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3950208"/>
            <a:ext cx="3072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Logs meals locally and tracks daily totals against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3832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538728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Guidance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950208"/>
            <a:ext cx="307238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Rule-based guidance now; can later be replaced by on-device or remote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Why Local-First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Works without a backend for core planning and logging.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Profile and meals are stored on-device.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Good for privacy-sensitive health/nutrition workflows.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Lower infrastructure cost for the first version.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Can add cloud sync later only if there is a real customer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1508760"/>
            <a:ext cx="4343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04888" y="1664207"/>
            <a:ext cx="3941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Simple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4888" y="2075688"/>
            <a:ext cx="3941063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The app does not need a server to calculate basic calorie and macro plans.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That makes it reliable for demos and practical for a lightweight MVP.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886200"/>
            <a:ext cx="4343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4888" y="4041648"/>
            <a:ext cx="39410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Caution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4453128"/>
            <a:ext cx="3941063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If adding AI meal parsing or cloud accounts later, privacy policy and clear data handling become more important.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1. Open the app or browser preview.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2. Fill basic profile: age, weight, height, activity, goal.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3. Generate calorie and macro plan.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4. Save profile locally.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5. Log a sample meal.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6. Show daily totals and remaining target.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08760"/>
            <a:ext cx="4572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76288" y="1664207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30-second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6288" y="2075688"/>
            <a:ext cx="4169663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I built a local-first Android calorie and macro planner. It can calculate user targets, save the profile on-device, and log meals locally. It is a good foundation for food brands or nutrition companies interested in consumer nutrition 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02336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88" y="4178808"/>
            <a:ext cx="416966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4590288"/>
            <a:ext cx="4169663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Use the browser preview if the Android build is not installed or if you need a quick laptop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Customer Types and Fit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Food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Nutrition UX around their own products.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Meal planning around brand products.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Consumer engagement ideas.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Nutrition 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Calorie/macro planner.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AI-assisted meal entry roadmap.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Local-first health data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Ingredient/protein/dairy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Product education.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Macro-focused product positioning.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Wellness use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8862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4041648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Gyms/wellness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453128"/>
            <a:ext cx="3438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Client planning flow.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Meal log and target tracking.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Premium guidance potential.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862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041648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Retail/ecommerce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453128"/>
            <a:ext cx="3438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Nutrition-based product recommendations later.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Barcode/product nutrition integration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Future Product Options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Android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Keep local profile, local meal logging, calorie calculator, macro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AI meal 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Turn text like “2 eggs and toast” into a meal draft.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Model suggests; app logic calculates.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389888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Brand/product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01368"/>
            <a:ext cx="31638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Add branded foods, barcodes, nutrition labels, and company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8862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4041648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Cloud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453128"/>
            <a:ext cx="3438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Optional accounts and backup later.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Only if customers need multi-device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862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4041648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Premium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453128"/>
            <a:ext cx="3438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Use Google Play Billing for digital premium features on Android.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Questions to Ask at Fi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1264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Do you sell products with nutrition or macro claims?</a:t>
            </a:r>
          </a:p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Do your customers ask how to use your product in meals?</a:t>
            </a:r>
          </a:p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Do you need a consumer-facing nutrition UX?</a:t>
            </a:r>
          </a:p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Do you have product nutrition data or barcodes available?</a:t>
            </a:r>
          </a:p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Would a branded calorie/meal planner help your marketing or wellness strategy?</a:t>
            </a:r>
          </a:p>
          <a:p>
            <a:pPr>
              <a:spcAft>
                <a:spcPts val="800"/>
              </a:spcAft>
              <a:defRPr sz="1700">
                <a:solidFill>
                  <a:srgbClr val="1F1D19"/>
                </a:solidFill>
              </a:defRPr>
            </a:pPr>
            <a:r>
              <a:t>Who owns digital product experience or nutrition content in your company?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78040" y="1463040"/>
            <a:ext cx="40233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79208" y="1618488"/>
            <a:ext cx="3621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Listen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9208" y="2029968"/>
            <a:ext cx="362102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Protein products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Dairy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Healthy snacks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Meal replacements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Wellness brands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Nutrition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3977639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79208" y="4133087"/>
            <a:ext cx="3621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9208" y="4544568"/>
            <a:ext cx="362102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Ask for a product sample/list and a short meeting after the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989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Native Android app: Kotlin + Jetpack Compose.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Calorie math: Mifflin-St Jeor formula.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Local persistence: Android shared preferences.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Meal logging: local daily totals and target tracking.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Guidance: local rule-based engine now; replaceable later.</a:t>
            </a:r>
          </a:p>
          <a:p>
            <a:pPr>
              <a:spcAft>
                <a:spcPts val="800"/>
              </a:spcAft>
              <a:defRPr sz="1800">
                <a:solidFill>
                  <a:srgbClr val="1F1D19"/>
                </a:solidFill>
              </a:defRPr>
            </a:pPr>
            <a:r>
              <a:t>Build path: APK for demo, AAB for Play Store release.</a:t>
            </a:r>
          </a:p>
        </p:txBody>
      </p:sp>
      <p:pic>
        <p:nvPicPr>
          <p:cNvPr id="4" name="Picture 3" descr="Food-Solutions-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417320"/>
            <a:ext cx="4160520" cy="2411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686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Simple Closing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481328"/>
            <a:ext cx="47183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Best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892807"/>
            <a:ext cx="4718303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Calories Zone is a local-first Android nutrition UX demo.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It shows that I can build practical food-tech mobile apps, not only backend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481328"/>
            <a:ext cx="47183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Pilot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92807"/>
            <a:ext cx="4718303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Customize the planner around a brand’s products or nutrition database.</a:t>
            </a:r>
          </a:p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Test it with a small set of meals/products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069080"/>
            <a:ext cx="85039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4224528"/>
            <a:ext cx="8101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Use this wording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4636008"/>
            <a:ext cx="81015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1D19"/>
                </a:solidFill>
              </a:defRPr>
            </a:pPr>
            <a:r>
              <a:t>“This app calculates calorie and macro targets locally, saves the profile on-device, and can be extended with branded food data or AI-assisted meal entry.”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961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1D19"/>
                </a:solidFill>
              </a:defRPr>
            </a:pPr>
            <a:r>
              <a:t>What Makes Calories Zone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5F57"/>
                </a:solidFill>
              </a:defRPr>
            </a:pPr>
            <a:r>
              <a:t>Answer when someone says: many apps already track calories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8132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766E"/>
                </a:solidFill>
              </a:defRPr>
            </a:pPr>
            <a:r>
              <a:t>Local-first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74519"/>
            <a:ext cx="31181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Profile and meals stay on the device.</a:t>
            </a:r>
          </a:p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Core planning works without a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48132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B45309"/>
                </a:solidFill>
              </a:defRPr>
            </a:pPr>
            <a:r>
              <a:t>Beyond-calories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874519"/>
            <a:ext cx="31181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Checks more than calorie totals:</a:t>
            </a:r>
          </a:p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macro balance, protein, satiety foods, slow carbs, nutrient density, activity-aware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48132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766E"/>
                </a:solidFill>
              </a:defRPr>
            </a:pPr>
            <a:r>
              <a:t>Macro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1874519"/>
            <a:ext cx="31181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Shows protein, carbs, and fat targets.</a:t>
            </a:r>
          </a:p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Helps users know what to adjust, not only how many calories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95020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B45309"/>
                </a:solidFill>
              </a:defRPr>
            </a:pPr>
            <a:r>
              <a:t>Meal guidance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343400"/>
            <a:ext cx="31181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Simple wellness guidance around meals, macros, hydration, and consistency.</a:t>
            </a:r>
          </a:p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Keeps medical boundaries clear.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95020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766E"/>
                </a:solidFill>
              </a:defRPr>
            </a:pPr>
            <a:r>
              <a:t>Brand extension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343400"/>
            <a:ext cx="31181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Food brands can connect their own products later.</a:t>
            </a:r>
          </a:p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Good for protein, dairy, healthy snacks, and meal replacement companies.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9476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3950208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F766E"/>
                </a:solidFill>
              </a:defRPr>
            </a:pPr>
            <a:r>
              <a:t>Short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4343400"/>
            <a:ext cx="31181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F1D19"/>
                </a:solidFill>
              </a:defRPr>
            </a:pPr>
            <a:r>
              <a:t>Most apps stop at calorie counting. Calories Zone focuses on practical nutrition behavior: local privacy, macro targets, meal logging, and beyond-calories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1D19"/>
                </a:solidFill>
              </a:defRPr>
            </a:pPr>
            <a:r>
              <a:t>Beyond-Calories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5F57"/>
                </a:solidFill>
              </a:defRPr>
            </a:pPr>
            <a:r>
              <a:t>How the guide score is calculated in the preview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53895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0F766E"/>
                </a:solidFill>
              </a:defRPr>
            </a:pPr>
            <a:r>
              <a:t>1. Macro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1051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Compares logged protein, carbs, and fats against the user target.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Score drops when one macro is far from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53895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B45309"/>
                </a:solidFill>
              </a:defRPr>
            </a:pPr>
            <a:r>
              <a:t>2. Satiety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1051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Combines protein density with foods that usually keep users fuller.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Examples: eggs, chicken, beans, oats, potato, yogurt.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453895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0F766E"/>
                </a:solidFill>
              </a:defRPr>
            </a:pPr>
            <a:r>
              <a:t>3. Slow-carb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81051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Rewards slower carbs like oats, beans, potato, fruit, brown rice.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Penalizes fast-carb signals like soda, candy, cake, cookies.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099816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B45309"/>
                </a:solidFill>
              </a:defRPr>
            </a:pPr>
            <a:r>
              <a:t>4. Nutrient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45643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Scores food signals as whole foods, neutral foods, or processed foods.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Whole-food signals score higher.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718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099816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0F766E"/>
                </a:solidFill>
              </a:defRPr>
            </a:pPr>
            <a:r>
              <a:t>5. Processing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45643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Starts from 100 and subtracts for processed-food signals.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Examples: chips, candy, fast food, fries, packaged snacks.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9718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099816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B45309"/>
                </a:solidFill>
              </a:defRPr>
            </a:pPr>
            <a:r>
              <a:t>6. Age/activity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3456432"/>
            <a:ext cx="31912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Uses age group and activity level to guide behavior.</a:t>
            </a:r>
          </a:p>
          <a:p>
            <a:pPr>
              <a:spcAft>
                <a:spcPts val="200"/>
              </a:spcAft>
              <a:defRPr sz="1170">
                <a:solidFill>
                  <a:srgbClr val="1F1D19"/>
                </a:solidFill>
              </a:defRPr>
            </a:pPr>
            <a:r>
              <a:t>Example: sedentary users get walking/consistency guidance; athletes get recovery/carbs guidance.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89204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5020055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0F766E"/>
                </a:solidFill>
              </a:defRPr>
            </a:pPr>
            <a:r>
              <a:t>Overall guide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376672"/>
            <a:ext cx="474573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1D19"/>
                </a:solidFill>
              </a:defRPr>
            </a:pPr>
            <a:r>
              <a:t>Average of the six component scores: macro, satiety, slow-carb, nutrient density, processing, and age/activity.</a:t>
            </a:r>
          </a:p>
          <a:p>
            <a:pPr>
              <a:spcAft>
                <a:spcPts val="200"/>
              </a:spcAft>
              <a:defRPr sz="1150">
                <a:solidFill>
                  <a:srgbClr val="1F1D19"/>
                </a:solidFill>
              </a:defRPr>
            </a:pPr>
            <a:r>
              <a:t>If a component is below 70, the app generates a next-action note.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92040"/>
            <a:ext cx="5074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5020055"/>
            <a:ext cx="47457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 b="1">
                <a:solidFill>
                  <a:srgbClr val="B45309"/>
                </a:solidFill>
              </a:defRPr>
            </a:pPr>
            <a:r>
              <a:t>Important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5376672"/>
            <a:ext cx="4745736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1F1D19"/>
                </a:solidFill>
              </a:defRPr>
            </a:pPr>
            <a:r>
              <a:t>This is general wellness guidance, not medical diagnosis or treatment.</a:t>
            </a:r>
          </a:p>
          <a:p>
            <a:pPr>
              <a:spcAft>
                <a:spcPts val="200"/>
              </a:spcAft>
              <a:defRPr sz="1150">
                <a:solidFill>
                  <a:srgbClr val="1F1D19"/>
                </a:solidFill>
              </a:defRPr>
            </a:pPr>
            <a:r>
              <a:t>The method helps users improve meal quality beyond calorie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1D19"/>
                </a:solidFill>
              </a:defRPr>
            </a:pPr>
            <a:r>
              <a:t>Local Embedded Chat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5F57"/>
                </a:solidFill>
              </a:defRPr>
            </a:pPr>
            <a:r>
              <a:t>A practical assistant inside the app, without cloud dependency in this preview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98448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A locally embedded, rule-based chat prompt.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It replies from the user profile, target, logged meals, and known food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98448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35607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B45309"/>
                </a:solidFill>
              </a:defRPr>
            </a:pPr>
            <a:r>
              <a:t>What it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10512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Remaining calories today.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Macro guidance.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Meal ideas by goal.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Hydration basics.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Privacy/offline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98448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435607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Calorie estimate helper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810512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Can estimate simple known foods from text, for example eggs, chicken, rice, oats, banana, yogurt, tuna, etc.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Returns kcal + protein/carbs/fat.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49039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B45309"/>
                </a:solidFill>
              </a:defRPr>
            </a:pPr>
            <a:r>
              <a:t>Safety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Detects medical-risk terms.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Responds with general wellness boundary.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Does not diagnose, treat, cure, or prevent disease.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49039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86200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Why it is useful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61104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Turns the tracker into a guided nutrition experience.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Users can ask what to do next instead of only reading numbers.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49039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886200"/>
            <a:ext cx="3154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60" b="1">
                <a:solidFill>
                  <a:srgbClr val="0F766E"/>
                </a:solidFill>
              </a:defRPr>
            </a:pPr>
            <a:r>
              <a:t>Future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261104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Can later be replaced with an on-device LLM or remote AI meal parser.</a:t>
            </a:r>
          </a:p>
          <a:p>
            <a:pPr>
              <a:spcAft>
                <a:spcPts val="300"/>
              </a:spcAft>
              <a:defRPr sz="1200">
                <a:solidFill>
                  <a:srgbClr val="1F1D19"/>
                </a:solidFill>
              </a:defRPr>
            </a:pPr>
            <a:r>
              <a:t>Keep nutrition math controlled by app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1D19"/>
                </a:solidFill>
              </a:defRPr>
            </a:pPr>
            <a:r>
              <a:t>Customer Questions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5F57"/>
                </a:solidFill>
              </a:defRPr>
            </a:pPr>
            <a:r>
              <a:t>Use these to qualify Calories Zone / nutrition UX leads quickly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72184"/>
            <a:ext cx="5038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Nutrition and brand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503834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Do you sell products with nutrition, protein, macro, or wellness positioning?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Do customers ask how to use your product in meals or daily diets?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Do you need a consumer-facing nutrition UX around your products?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Do you have product nutrition data, barcodes, or serving-size information?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Would a branded calorie/macro planner help customer engagement?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47218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Pilot and product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1856231"/>
            <a:ext cx="4946903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Would local-first privacy be important for your users?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Would an embedded assistant for meal ideas, macros, hydration, and consistency be useful?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Do you want users to discover your products through meal plans or nutrition goals?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Who owns digital product experience or nutrition education?</a:t>
            </a:r>
          </a:p>
          <a:p>
            <a:pPr>
              <a:spcAft>
                <a:spcPts val="200"/>
              </a:spcAft>
              <a:defRPr sz="1120">
                <a:solidFill>
                  <a:srgbClr val="1F1D19"/>
                </a:solidFill>
              </a:defRPr>
            </a:pPr>
            <a:r>
              <a:t>For a pilot: branded meal planning, nutrition lookup, or AI-assisted meal logging?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715000"/>
            <a:ext cx="9921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815584"/>
            <a:ext cx="9464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766E"/>
                </a:solidFill>
              </a:defRPr>
            </a:pPr>
            <a:r>
              <a:t>Close: “Would it make sense to test this with a small sample of your product nutrition data after the event?”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5F57"/>
                </a:solidFill>
              </a:defRPr>
            </a:pPr>
            <a:r>
              <a:t>Calories Zone App | Fi Africa conversation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